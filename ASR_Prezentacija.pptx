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0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Naslovni slajd — Faster-Whisper &amp; CTranslate2. Seminarski rad iz predmeta Automatsko prepoznavanje govora.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Ukratko projdite kroz sve tačke — 7 poglavlja prezentacije.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 je multilingualni ASR model. Treniran na 680k sati, encoder-decoder transformer arhitektura. Postoji 5 veličina od tiny do large-v3.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 glavna ograničenja: brzina, memorija, FFmpeg zavisnost. Upravo ova ograničenja motivisala su razvoj Faster-Whisper-a.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CTranslate2 je inference-only engine razvijen od strane OpenNMT. Četiri ključne optimizacije: kvantizacija, SIMD, GPU, memorija.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Četiri tipa kvantizacije. Naglasiti da INT8 ne zahteva retraining — to je ključna prednost CTranslate2.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Šest ključnih karakteristika Faster-Whisper-a. Posebno istaknuti VAD i streaming — to su najveće praktične prednosti.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poređenja GPU performansi. Ključni nalaz: batch inference daje 8x ubrzanje, INT8 drastično smanjuje VRAM.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Šest glavnih primena i projekata iz Faster-Whisper ekosistema.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Eksperiment na Mozilla Common Voice 25.0 srpskom korpusu. 30 snimaka, Apple M1, CPU-only. Sve kombinacije ispod RTF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Četiri ključna nalaza analize. Posebno naglasiti visok WER na srpskom i uzrok — nedovoljna zastupljenost srpskog u training setu.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Dve preporuke zavisno od prioriteta. Future work: finetuning, Distil-Whisper, real-time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 ključnih zaključaka. Završiti prezentaciju ovim slajdom — pitanja?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Završni slajd. Zahvaliti publici i pozvati 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3131820"/>
            <a:ext cx="109728" cy="13716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15584" y="3040380"/>
            <a:ext cx="109728" cy="32004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88" y="2926080"/>
            <a:ext cx="109728" cy="54864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08192" y="2994660"/>
            <a:ext cx="109728" cy="41148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54496" y="2880360"/>
            <a:ext cx="109728" cy="64008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971800"/>
            <a:ext cx="109728" cy="45720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2834640"/>
            <a:ext cx="109728" cy="73152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2948940"/>
            <a:ext cx="109728" cy="50292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9712" y="2903220"/>
            <a:ext cx="109728" cy="59436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86016" y="3017520"/>
            <a:ext cx="109728" cy="36576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857500"/>
            <a:ext cx="109728" cy="68580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2994660"/>
            <a:ext cx="109728" cy="41148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2926080"/>
            <a:ext cx="109728" cy="54864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3040380"/>
            <a:ext cx="109728" cy="32004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3108960"/>
            <a:ext cx="109728" cy="18288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Faster-Whisper &amp; CTranslate2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Оптимизована инференција за АСР системе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803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Милош Пуношевац, бр. инд. 2134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презентације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527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25272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- архитектура и ограничења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0574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CTranslate2 - оптимизовани inference engine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862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8620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- карактеристике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66674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667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Поређење перформанси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12527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125272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 и екосистем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947672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20574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0574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Евалуација на српском говору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52344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862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8620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Закључак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 - преглед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24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Развио OpenAI (2022)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Тренирано на 680.000 сати аудио материјала са интернета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Вишејезичан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робусност на различите акценте, шум и услове снимања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74136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472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Енкодер-декодер архитектура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8313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Мел-спектрограм → Трансформер енкодер → Ауторегресивни декодер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05156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Величине модела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0680" y="1600200"/>
            <a:ext cx="274320" cy="310896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600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600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11226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1122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122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262432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28C5B0"/>
          </a:solidFill>
          <a:ln w="12700">
            <a:solidFill>
              <a:srgbClr val="28C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624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6243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31363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1363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1363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769M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3648456"/>
            <a:ext cx="2468880" cy="310896"/>
          </a:xfrm>
          <a:prstGeom prst="roundRect">
            <a:avLst>
              <a:gd name="adj" fmla="val 14706"/>
            </a:avLst>
          </a:prstGeom>
          <a:solidFill>
            <a:srgbClr val="126B63"/>
          </a:solidFill>
          <a:ln w="12700">
            <a:solidFill>
              <a:srgbClr val="12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6484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large-v3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3648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Ограничења референтне имплементације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Споро на CPU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оптимизован за тренирање, не за инференцију. Нарочито изражено без GPU.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потрошња меморије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Тежине у FP32/FP16 без агресивне компресије — велики VRAM захтеви.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6576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Спољашња зависност FFmpeg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Потребна посебна инсталација за декодирање аудио датотека — компликује deployment.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Решење: Faster-Whisper + CTranslate2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CTranslate2 - inference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Квантизација тежина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FP16 / INT8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Ubrzanje bez ponovnog treniranja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SIMD оптимизације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AVX/AVX2/AVX-512 за x86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за ARM (Apple M1)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GPU оптимизације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Прилагођени CUDA кернели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Фузија операција (operator fusion)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13233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Меморија и вишенитност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cache, пул меморије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Батцх инференција на CPU/GPU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Квантизација у CTranslate2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1298448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0" y="1298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719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Пуна прецизност — референца. Најтачнији, најспорији.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2231136"/>
            <a:ext cx="246888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23113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83080" y="26517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Половична прецизност. −50% меморије, GPU-оптимизован.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3163824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16382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358444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8-бит цело. Највеће убрзање, динамичка квантизација.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INT8+FP16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409651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40965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451713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Хибрид — тежине INT8, активације FP16. Компромис.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085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Квантизација НЕ захтева поновно тренирање — врши се накнадно на истренираним тежинама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Faster-Whisper - кључне карактеристике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Иста тачност, бржа инференција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Користи исте тежине модела. PyTorch → CTranslate2 runtime без губитка тачности.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VAD детекција гласовне активности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Интегрисан Silero VAD. Прескаче тишину и буку → брже и мање лажних транскрипција.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Временске ознаке на нивоу речи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основу cross-attention </a:t>
            </a: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анализе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тачно почетно/крајње време сваке речи.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350008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41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Без FFmpeg зависности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52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Користи PyAV </a:t>
            </a: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библиотеку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FFmpeg укључен у пакет, без системске инсталације.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484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98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Стримовање резултата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</a:t>
            </a: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сегмената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резултати стижу током транскрипције, не чека се крај.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64845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7398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Подршка за Distil-Whisper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151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Компатибилан са дистилованим </a:t>
            </a: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варијантама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највећа ефикасност на ограниченом хардверу.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Поређење перформанси — GPU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Large-v2 модел, аудио 13 мин, NVIDIA RTX 3070 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openai/whisper FP16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481328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4813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2м 23с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4708 МБ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FP16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139696"/>
            <a:ext cx="3151163" cy="365760"/>
          </a:xfrm>
          <a:prstGeom prst="roundRect">
            <a:avLst>
              <a:gd name="adj" fmla="val 125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8643" y="21396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1м 52с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4960 МБ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FP16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2798064"/>
            <a:ext cx="1772529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0009" y="2798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1м 3с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27980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4525 МБ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38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INT8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456432"/>
            <a:ext cx="1659988" cy="36576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7468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456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2926 МБ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batch=8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4114800"/>
            <a:ext cx="478302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75782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6090 МБ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085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Faster-Whisper FP16: ~2,3× брже | Batch=8: ~8× брже | INT8: −38% VRAM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 и екосистем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faster-whisper-server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API-компатибилан сервер. Drop-in замена без измена кода апликације. Docker-ready.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Прецизне временске ознаке (wav2vec2) + дијаризација говорника (pyannote.audio).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Генерисање титлова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Аутоматски SRT/VTT титлови. Обрада великих медијских архива без GPU-а.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Транскрипција у реалном времену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8130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whisper_streaming: клизећи прозор + VAD. Латенција ~500-800ms.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whisper-ctranslate2 CLI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38130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Потпуно компатибилан са openai/whisper CLI. Исти аргументи, аутоматско убрзање.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Локални гласовни асистенти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09360" y="38130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Pi, Apple Silicon, IoT. Без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интернета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приватност по дизајну.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Евалуација на српском говору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155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Скуп података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3990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Common Voice 25.0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снимака из test подскупа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1155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Хардвер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01568" y="13990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M1 (CPU-only)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GPU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1155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7648" y="139903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(jiwer) + RTF (av)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size = 5, jezik = sr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6583680" cy="338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Квантизација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Брзина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62072"/>
            <a:ext cx="658368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1,1284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0,1160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916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63824"/>
            <a:ext cx="6583680" cy="33832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1,1014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0,1554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465576"/>
            <a:ext cx="658368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10896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0,1379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67328"/>
            <a:ext cx="6583680" cy="33832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3736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0896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0,2193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069080"/>
            <a:ext cx="6583680" cy="338328"/>
          </a:xfrm>
          <a:prstGeom prst="rect">
            <a:avLst/>
          </a:prstGeom>
          <a:solidFill>
            <a:srgbClr val="CCFBF1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123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737360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08960" y="4123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0" y="4123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0,2532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0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370832"/>
            <a:ext cx="6583680" cy="33832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73736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108960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389120" y="4425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0,3476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Сви модели испод RTF 1,0 — транскрибују брже него у реалном времену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Анализа резултата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Утицај величине модела на тачност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081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INT8: WER 1,1284 → small INT8: WER 1,0608 → побољшање ~6%. Очекиван тренд — већи модели имају виши капацитет за сложене обрасце.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INT8 квантизација vs float32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small модела: INT8 постиже бољи WER него float32 (1,0608 vs 1,0676). Разлике вероватно последица варијабилности на малом узорку (30 снимака).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0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Убрзање INT8 на Apple M1 (NEON SIMD)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tiny: +25%, base: +37%, small: +27%. CTranslate2 ефикасно користи ARM NEON инструкције — потврда теоријских очекивања.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32338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965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Висок WER на </a:t>
            </a:r>
            <a:r>
              <a:rPr lang="en-US" sz="1300" b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српском</a:t>
            </a: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узрок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256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&gt; 1,0 → грешке премашују укупан број речи. Узрок: ограничена заступљеност српског у тренажном скупу + ћириличко писмо као додатни изазов.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Препоруке за практичну примену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Приоритет: брзина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INT8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0,1160 (~8,6× брже)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Најбрже решење за реално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време. Прихватљива тачност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мање критичне примене.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Приоритет: тачност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INT8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0,2532 (~3,9× брже)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Најнижи WER (1,0608).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даље знатно испод 1,0 RTF.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Оптималан компромис за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производне примене.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136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Будући правци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Фино подешавање Whisper на српском корпусу  •  Евалуација Distil-Whisper + CTranslate2  •  Транскрипција у реалном времену  •  Развој јавних говорних корпуса за српски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Закључак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13233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990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CTranslate2 омогућава вишеструка убрзања искључиво кроз оптимизацију инференције — без измена архитектуре модела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13233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1226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Faster-Whisper постиже 2–8× бржу инференцију уз исту тачност и мању потрошњу меморије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5234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13233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254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Све испитиване комбинације (tiny/base/small × INT8/FP32) постижу RTF &lt; 1 на Apple M1 CPU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13233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3872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INT8 квантизација доследно убрзава инференцију (~25–37%) без значајног губитка тачности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1788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13233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519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Висок WER на српском → потенцијал за значајно побољшање кроз fine-tuning на српском корпусу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017520"/>
            <a:ext cx="146304" cy="36576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2880360"/>
            <a:ext cx="146304" cy="64008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2697480"/>
            <a:ext cx="146304" cy="100584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2834640"/>
            <a:ext cx="146304" cy="73152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96896" y="2560320"/>
            <a:ext cx="146304" cy="128016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74320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03904" y="2468880"/>
            <a:ext cx="146304" cy="146304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697480"/>
            <a:ext cx="146304" cy="100584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2606040"/>
            <a:ext cx="146304" cy="118872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4416" y="2788920"/>
            <a:ext cx="146304" cy="82296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514600"/>
            <a:ext cx="146304" cy="137160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21424" y="2834640"/>
            <a:ext cx="146304" cy="73152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274320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2926080"/>
            <a:ext cx="146304" cy="54864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1936" y="3063240"/>
            <a:ext cx="146304" cy="274320"/>
          </a:xfrm>
          <a:prstGeom prst="roundRect">
            <a:avLst>
              <a:gd name="adj" fmla="val 31250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Хвала на пажњи!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Питања?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1247</Words>
  <Application>Microsoft Office PowerPoint</Application>
  <PresentationFormat>On-screen Show (16:9)</PresentationFormat>
  <Paragraphs>230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Faster-Whisper &amp; CTranslate2</dc:title>
  <dc:subject>PptxGenJS Presentation</dc:subject>
  <dc:creator>Miloš Punošević</dc:creator>
  <cp:lastModifiedBy>Milos Punosevac</cp:lastModifiedBy>
  <cp:revision>2</cp:revision>
  <dcterms:created xsi:type="dcterms:W3CDTF">2026-06-24T11:29:39Z</dcterms:created>
  <dcterms:modified xsi:type="dcterms:W3CDTF">2026-06-24T13:24:16Z</dcterms:modified>
</cp:coreProperties>
</file>